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>
      <p:cViewPr varScale="1">
        <p:scale>
          <a:sx n="97" d="100"/>
          <a:sy n="97" d="100"/>
        </p:scale>
        <p:origin x="3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762DC-A3FC-8374-3833-FAE0AA4AB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EE18B-F4E8-56A3-D13B-50AA6EFB9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F9CD1-0616-3BF1-499F-EDFD2242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5A63-7355-4879-9A97-CDFD0EA8DA3A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DFD9A-16C1-A371-C449-740B2EE32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43F2F-23A8-ED95-2A1E-C7783F731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12FD-AFAF-471A-B0E1-C56ADE39EC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001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6BA8-7CB7-180A-EF40-632D82650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93D-0CF2-270E-066F-0CA295CD4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21C56-6010-E27A-F0B5-0DB997328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5A63-7355-4879-9A97-CDFD0EA8DA3A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D0A54-3876-3EB0-8668-627EB4E3B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2CF3B-2C61-9683-9833-05877CFF3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12FD-AFAF-471A-B0E1-C56ADE39EC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30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953A9-C7A1-CD80-84FC-4CA10127D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E5CB5-663D-103E-C653-F29DD7B8B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DDF3E-948E-3B98-3C43-4F0A9516F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5A63-7355-4879-9A97-CDFD0EA8DA3A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051BB-0801-F60E-F361-AD1A7530E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919E-64EF-08DD-2F5E-928FFD76B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12FD-AFAF-471A-B0E1-C56ADE39EC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511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66305-15FF-4744-A92F-70321067F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261E8-A597-992F-E053-C57BCE1C50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164EC-D4DB-D01C-B958-58AD26133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BDD0C-CF18-8B40-8E29-1B48B3A6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5A63-7355-4879-9A97-CDFD0EA8DA3A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E5DD6-EE77-3223-33CF-9B577E0A7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9BCD1-196E-F5A2-5CCF-A9B7D92A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12FD-AFAF-471A-B0E1-C56ADE39EC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0981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A5993-278F-6A4F-54B1-6F22E40E9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53EB6-2B4A-0DC1-41D3-38DCE16BF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25E70-43A8-17C1-E5E1-4DB4DCD72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2E35FF-43AB-6F50-A4A7-DE396C3433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4860A9-F445-C92A-94F2-CC198089E1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818D7D-697D-5F45-C6EF-10623DF95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5A63-7355-4879-9A97-CDFD0EA8DA3A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B71D04-22CB-9386-45BA-7F0C1956F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EC4B04-F225-7B7B-3261-6AD980A5D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12FD-AFAF-471A-B0E1-C56ADE39EC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259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5D7B2-CB58-CEF3-284B-CB109641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802F0-131D-7A32-7E0E-9B16ACEE7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5A63-7355-4879-9A97-CDFD0EA8DA3A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CFA2A-6F4F-AFA0-AA0A-858C14842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A9A88-80B7-4BF3-7F15-9F5673F26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12FD-AFAF-471A-B0E1-C56ADE39EC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628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4D2143-838F-1EE2-4C95-160D4CBA7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5A63-7355-4879-9A97-CDFD0EA8DA3A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28704F-8195-35D9-CE63-9C9C77070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F5464-B749-57F4-587B-5AE24BD6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12FD-AFAF-471A-B0E1-C56ADE39EC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0396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C5F06-45C9-1F71-E489-324FE19EC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89F41-7E69-8D9C-6262-546FBFC43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9F83F-BF50-39A4-F4D0-70AF435EF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5A16B-488C-E89F-0E9F-080102598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5A63-7355-4879-9A97-CDFD0EA8DA3A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A2763-4B7A-3E23-0F49-5A7D5877B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D9889-BBB9-0488-6361-A2B7BA83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12FD-AFAF-471A-B0E1-C56ADE39EC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357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383C1-72FE-80D1-0F0F-F51971741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D0BB54-AEAF-B9C1-0BD2-191AF2058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430F1-48AC-E7BD-7CF1-1AEC944CD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13005-DD05-7E39-D252-FB5C9977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5A63-7355-4879-9A97-CDFD0EA8DA3A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0FF2B-A95F-C36B-43DC-3944BBD67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7B762-90C4-665E-7076-721E8C9C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12FD-AFAF-471A-B0E1-C56ADE39EC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5797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3FFBB-4C64-2717-A049-1743E0E31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2FA90-113F-DC88-5BF6-4D58D4719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094A4-474B-1FD3-565D-0367F826E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5A63-7355-4879-9A97-CDFD0EA8DA3A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72D9A-9CED-A52E-C068-3973D1DBA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9344F-D00E-4264-127B-C5693B623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12FD-AFAF-471A-B0E1-C56ADE39EC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193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E20C2E-8874-0090-A93C-6718420E34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F1889-F75A-449C-31BD-7193E63F7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5C1AF-CDEC-8C4E-696A-984742945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5A63-7355-4879-9A97-CDFD0EA8DA3A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59B0E-2275-5A77-B82F-8E6CAE9F7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34797-919D-71FC-6584-FCD36FA5B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12FD-AFAF-471A-B0E1-C56ADE39EC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21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82D45A-04CB-9CDD-13A4-03559D1D4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4EABB-B7FC-4386-9F82-441A15D33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9220E-9534-B863-8CFF-2BCA8B59E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E5A63-7355-4879-9A97-CDFD0EA8DA3A}" type="datetimeFigureOut">
              <a:rPr lang="en-GB" smtClean="0"/>
              <a:t>31/01/2026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619A8-5122-138C-D3A2-D86C2A4A1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D6074-463E-065A-1FAE-5DA87445E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C812FD-AFAF-471A-B0E1-C56ADE39EC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87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B73D17-095B-C371-EA45-42D474026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97" y="707505"/>
            <a:ext cx="7195202" cy="5433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E1441F-E83A-DB76-CDD2-C8E78FDA5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310" y="586880"/>
            <a:ext cx="3642260" cy="2727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BC5DB5-FEAA-72F3-E4B9-FB1BA3B2FF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499" y="3917372"/>
            <a:ext cx="3255882" cy="25559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01EA78-E502-D654-CFDF-E4DB229A863C}"/>
              </a:ext>
            </a:extLst>
          </p:cNvPr>
          <p:cNvSpPr txBox="1"/>
          <p:nvPr/>
        </p:nvSpPr>
        <p:spPr>
          <a:xfrm>
            <a:off x="8125691" y="3543300"/>
            <a:ext cx="3319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/>
              <a:t>Borrower’s individual analysis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8A037BA-CBF3-4BBA-1F0C-E04A6DB3C0E9}"/>
              </a:ext>
            </a:extLst>
          </p:cNvPr>
          <p:cNvCxnSpPr/>
          <p:nvPr/>
        </p:nvCxnSpPr>
        <p:spPr>
          <a:xfrm>
            <a:off x="7805535" y="586880"/>
            <a:ext cx="0" cy="5806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442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Carlos Ruiz</dc:creator>
  <cp:lastModifiedBy>Juan Carlos Ruiz</cp:lastModifiedBy>
  <cp:revision>1</cp:revision>
  <dcterms:created xsi:type="dcterms:W3CDTF">2026-01-31T17:55:26Z</dcterms:created>
  <dcterms:modified xsi:type="dcterms:W3CDTF">2026-01-31T18:01:21Z</dcterms:modified>
</cp:coreProperties>
</file>